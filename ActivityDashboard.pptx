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ivityDashboard-AllP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91" y="201168"/>
            <a:ext cx="9571113" cy="61813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10291" y="6437376"/>
            <a:ext cx="9571113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98781"/>
                </a:solidFill>
                <a:latin typeface="Segoe UI"/>
              </a:defRPr>
            </a:pPr>
            <a:r>
              <a:t>All PCs - 27 Jun 2025 to 2 Aug 2026 - 2,578 active hours across 4 machines, double counting removed (-953 h)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ivityDashboard-Week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91" y="201168"/>
            <a:ext cx="9571113" cy="61813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10291" y="6437376"/>
            <a:ext cx="9571113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98781"/>
                </a:solidFill>
                <a:latin typeface="Segoe UI"/>
              </a:defRPr>
            </a:pPr>
            <a:r>
              <a:t>Week by week, all PCs - 58 weeks, 2,578 active hours, busiest week 74.6 h w/c 16 Mar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ivityDashboard-Week-2026-03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91" y="201168"/>
            <a:ext cx="9571113" cy="61813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10291" y="6437376"/>
            <a:ext cx="9571113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98781"/>
                </a:solidFill>
                <a:latin typeface="Segoe UI"/>
              </a:defRPr>
            </a:pPr>
            <a:r>
              <a:t>Week of 16 March 2026 - 74.6 active hours, hour by hour and stacked by PC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ivityDashboard-Week-2026-05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91" y="201168"/>
            <a:ext cx="9571113" cy="61813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10291" y="6437376"/>
            <a:ext cx="9571113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98781"/>
                </a:solidFill>
                <a:latin typeface="Segoe UI"/>
              </a:defRPr>
            </a:pPr>
            <a:r>
              <a:t>Week of 18 May 2026 - 67.6 active hours, hour by hour and stacked by 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ivityDashboard-HC-D2BYW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91" y="201168"/>
            <a:ext cx="9571113" cy="61813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10291" y="6437376"/>
            <a:ext cx="9571113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98781"/>
                </a:solidFill>
                <a:latin typeface="Segoe UI"/>
              </a:defRPr>
            </a:pPr>
            <a:r>
              <a:t>HC-D2BYW34 - Work Dell Desktop - 27 Jun 2025 to 28 Jun 2026 - 1,329 active hours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ivityDashboard-HC-20NXD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91" y="201168"/>
            <a:ext cx="9571113" cy="61813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10291" y="6437376"/>
            <a:ext cx="9571113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98781"/>
                </a:solidFill>
                <a:latin typeface="Segoe UI"/>
              </a:defRPr>
            </a:pPr>
            <a:r>
              <a:t>HC-20NXD54 - W11 GEHC Work Laptop - 5 Aug 2025 to 30 Jul 2026 - 1,309 active hours, plus 132 h of RealVNC views counted on the PC being driven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ivityDashboard-DESKTOP-GHT99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91" y="201168"/>
            <a:ext cx="9571113" cy="61813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10291" y="6437376"/>
            <a:ext cx="9571113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98781"/>
                </a:solidFill>
                <a:latin typeface="Segoe UI"/>
              </a:defRPr>
            </a:pPr>
            <a:r>
              <a:t>DESKTOP-GHT99IR - home PC - 27 Jun 2025 to 2 Aug 2026 - 766 active hours, plus 617 h of RealVNC views counted on the PC being driven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ivityDashboard-HC-41BYW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91" y="201168"/>
            <a:ext cx="9571113" cy="61813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10291" y="6437376"/>
            <a:ext cx="9571113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98781"/>
                </a:solidFill>
                <a:latin typeface="Segoe UI"/>
              </a:defRPr>
            </a:pPr>
            <a:r>
              <a:t>HC-41BYW34 - MatLab desktop - 28 Jun 2025 to 26 Jul 2026 - 127 active hours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