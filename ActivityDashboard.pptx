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ActivityLogger CSV exports. Active time excludes idle and lock-screen rows; 112 rows where idle detection failed are clamped to 2h. See the footer on the slide image for full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from ActivityLogger CSV exports. Active time excludes idle and lock-screen rows; 112 rows where idle detection failed are clamped to 2h. See the footer on the slide image for full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ivity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91" y="201168"/>
            <a:ext cx="9571113" cy="6181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0291" y="6437376"/>
            <a:ext cx="95711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98781"/>
                </a:solidFill>
                <a:latin typeface="Segoe UI"/>
              </a:defRPr>
            </a:pPr>
            <a:r>
              <a:t>All time - 27 Jun 2025 to 30 Jul 2026 - 2,989 active hours across 3 PCs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ivityDashboard-2026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91" y="201168"/>
            <a:ext cx="9571113" cy="6181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0291" y="6437376"/>
            <a:ext cx="95711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98781"/>
                </a:solidFill>
                <a:latin typeface="Segoe UI"/>
              </a:defRPr>
            </a:pPr>
            <a:r>
              <a:t>July 2026 - 127.9 active hours across 2 PCs (HC-D2BYW34 retired 28 Jun)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